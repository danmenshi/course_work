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7A4B8-1308-FC50-FEB0-5FBFC52B5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F31AFC5-BEE4-11E9-5846-87895340F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CE7BB9-5CBF-A176-C505-86A552E5D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35BA37-C0F3-1317-9764-62EBDD91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BA6332-0F53-8BBC-A9BC-5C9E6495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15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71F31-4B39-B69C-41C9-8448C446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DB29B3-E171-C575-8F19-D125C5FBD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C6F19F-E657-6AB2-A180-A84037AF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D861F3-0D1A-A839-35E7-8E33FD60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817CA9-8290-8D99-FBC1-F5E002E3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41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E6305A-A52E-6D1E-E4FA-FD90AFCE8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762D6C-0278-7537-A0A9-BB99EAE2D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7AC2A2-39AD-6E24-0554-1C40A433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E5AE03-E6C9-8C82-B9F4-6C8030C2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228C3A-66E5-5A6E-FC10-1723333AA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20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0AE4B8-6734-7E99-8A08-154C38BF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623FF5-0FC0-6337-8349-D6074F9700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1CADC3-3274-2908-B262-A886D7047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69A93A-0AE6-3A75-C036-36431285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7A1AEE-55FC-C36E-D690-B7BF06510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9A96BF-997E-3948-5687-871F50C7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8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58976-9997-0D7A-2477-A394821C2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3EE16A-65F6-BF03-5C01-1B88FBDD3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B12F5E-10C3-036E-6C3C-C9500C417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076AF92-051A-C986-DB59-FE1891965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25D2B98-456B-CF25-B00E-15FEEFC7A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6BB2816-8CBA-3528-7E4B-7619AC1C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2D53B0-3187-C7E3-72FE-5C7D3390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40CDCD8-EC90-AABA-9C7D-7A8708FA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26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9EE40-89DB-587B-8139-5CE1FCA97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F0B7D3-405C-5DD8-4B3A-6E325A44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A44F1E9-81EE-27FB-2571-1EED43F33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1544FC-9769-90C9-FF7C-330C1F4C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110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9C141DD-2E29-8623-D1B9-246AED97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46FB96-D555-396E-AAEB-5C6AA9734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A82AEF-CFEF-6C5C-47F6-2B739750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6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480DE-A6B3-5B6F-25D0-E46307477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A6D2AF-04D8-4249-4F1D-9C235402E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A80CE6-3EEC-C17E-1271-3391CD0A5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933BA1-B885-083E-EBFA-75E5C8B51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C23D16-1156-5E04-8095-9CCECE5E8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A2157F-3456-9B6C-3162-3C45A4B9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10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73715-E595-E353-34A4-80CACC84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24FB26-B714-DE6B-3D4A-544EE0BF0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2887A5-EA0D-EA38-7826-DB320AB6D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593E85-4B89-A3FA-CC4F-28CC0B28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E4381E-7D14-81F9-C147-F1FE0B105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2D771-7CED-C711-2EDA-0D21B6704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9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95EFB-758F-13C3-6F30-FE6F3100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934CD6-9974-34A4-1877-DC23B64CA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2B474C-9065-C385-4038-4BFBA1A2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6FE8F5-FA52-2C55-10C4-5C458EA2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96190F-2873-0211-F9EC-6EB8A087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65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A1054B0-513C-9F13-AFFF-50D76F6AE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57FB87-9A6E-2D81-E18C-81EEF690F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64AB33-4860-7C6E-FA12-8F3A6692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A69BDC-7A57-9BB4-2C71-4984E591D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3155EF-AD64-D103-81AF-29E09F4B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62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4D8262-5BA4-2B1C-0B02-5B63688A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C188F9-A793-4F50-242C-0C0057014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CC56BB-C0D7-12FC-7A05-498578A50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AB1D0B-1B94-44E8-8A4B-9EA933535769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2249F5-99A3-6211-EEDC-A3991B205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4ABCB-AAA3-7A0A-A237-CA26FA2FA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7811A-4B4A-4FDF-AF29-AE62934780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14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440D42-0D5D-73EB-5E0F-5092205E2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944" y="1156208"/>
            <a:ext cx="6230112" cy="942848"/>
          </a:xfrm>
        </p:spPr>
        <p:txBody>
          <a:bodyPr/>
          <a:lstStyle/>
          <a:p>
            <a:r>
              <a:rPr lang="ru-RU" b="1" dirty="0"/>
              <a:t>Курсовая работа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5737BA-8F24-AF10-1CF6-A991117C23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3852" y="2099056"/>
            <a:ext cx="8464296" cy="384746"/>
          </a:xfrm>
        </p:spPr>
        <p:txBody>
          <a:bodyPr>
            <a:noAutofit/>
          </a:bodyPr>
          <a:lstStyle/>
          <a:p>
            <a:r>
              <a:rPr lang="ru-RU" dirty="0"/>
              <a:t>На тему: </a:t>
            </a:r>
          </a:p>
          <a:p>
            <a:r>
              <a:rPr lang="ru-RU" dirty="0"/>
              <a:t>«Разработка мобильного приложения ”</a:t>
            </a:r>
            <a:r>
              <a:rPr lang="ru-RU" b="1" dirty="0"/>
              <a:t>Курсы валют</a:t>
            </a:r>
            <a:r>
              <a:rPr lang="ru-RU" dirty="0"/>
              <a:t>”»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F874A-C2C7-3CC1-6AAD-EE4B02F2F5D7}"/>
              </a:ext>
            </a:extLst>
          </p:cNvPr>
          <p:cNvSpPr txBox="1"/>
          <p:nvPr/>
        </p:nvSpPr>
        <p:spPr>
          <a:xfrm>
            <a:off x="7744968" y="5125352"/>
            <a:ext cx="4447032" cy="57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525"/>
              </a:spcAft>
            </a:pPr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nter"/>
              </a:rPr>
              <a:t>Выполнил: Меньшиков Д.Е., Группа 331С</a:t>
            </a:r>
          </a:p>
          <a:p>
            <a:pPr algn="l">
              <a:lnSpc>
                <a:spcPts val="1575"/>
              </a:lnSpc>
              <a:spcAft>
                <a:spcPts val="525"/>
              </a:spcAft>
            </a:pPr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nter"/>
              </a:rPr>
              <a:t>Руководитель: Махов А.А.</a:t>
            </a:r>
          </a:p>
        </p:txBody>
      </p:sp>
    </p:spTree>
    <p:extLst>
      <p:ext uri="{BB962C8B-B14F-4D97-AF65-F5344CB8AC3E}">
        <p14:creationId xmlns:p14="http://schemas.microsoft.com/office/powerpoint/2010/main" val="175461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d человек думает с красными вопросительными знаками над головой — Стоковое  фото © 3dconceptsman #19469673">
            <a:extLst>
              <a:ext uri="{FF2B5EF4-FFF2-40B4-BE49-F238E27FC236}">
                <a16:creationId xmlns:a16="http://schemas.microsoft.com/office/drawing/2014/main" id="{0F6E1D6A-5388-55C8-188E-4E4A8EE83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360" y="3515360"/>
            <a:ext cx="3342640" cy="334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A6415-77F5-9744-776E-3DD0D02AE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802" y="256032"/>
            <a:ext cx="9264396" cy="125272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Актуальность, объект и предмет исследования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C76D41-D5E3-AF2F-32CA-FA543A12B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76"/>
            <a:ext cx="10515600" cy="3825367"/>
          </a:xfrm>
        </p:spPr>
        <p:txBody>
          <a:bodyPr>
            <a:normAutofit/>
          </a:bodyPr>
          <a:lstStyle/>
          <a:p>
            <a:r>
              <a:rPr lang="ru-RU" b="1" dirty="0"/>
              <a:t>Актуальность:</a:t>
            </a:r>
            <a:r>
              <a:rPr lang="ru-RU" dirty="0"/>
              <a:t> Потребность в быстром, точном конвертере без рекламы, платных подписок и с официальными данными ЦБ РФ.</a:t>
            </a:r>
          </a:p>
          <a:p>
            <a:r>
              <a:rPr lang="ru-RU" b="1" dirty="0"/>
              <a:t>Объект:</a:t>
            </a:r>
            <a:r>
              <a:rPr lang="ru-RU" dirty="0"/>
              <a:t> Процесс получения, обработки и визуализации финансовых данных.</a:t>
            </a:r>
          </a:p>
          <a:p>
            <a:r>
              <a:rPr lang="ru-RU" b="1" dirty="0"/>
              <a:t>Предмет:</a:t>
            </a:r>
            <a:r>
              <a:rPr lang="ru-RU" dirty="0"/>
              <a:t> Программные методы, инструменты и паттерн MVVM при разработке под </a:t>
            </a:r>
            <a:r>
              <a:rPr lang="ru-RU" dirty="0" err="1"/>
              <a:t>Android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41290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CABD1-08F4-238C-A05A-47904E4D6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6976" y="182245"/>
            <a:ext cx="5718048" cy="720799"/>
          </a:xfrm>
        </p:spPr>
        <p:txBody>
          <a:bodyPr/>
          <a:lstStyle/>
          <a:p>
            <a:pPr algn="ctr"/>
            <a:r>
              <a:rPr lang="ru-RU" b="1" dirty="0"/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263BE5-FFC2-00A1-135B-95EED893F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64091"/>
            <a:ext cx="10515600" cy="3974836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Цель:</a:t>
            </a:r>
            <a:r>
              <a:rPr lang="ru-RU" dirty="0"/>
              <a:t> Проектирование и разработка локального мобильного приложения под </a:t>
            </a:r>
            <a:r>
              <a:rPr lang="ru-RU" dirty="0" err="1"/>
              <a:t>Android</a:t>
            </a:r>
            <a:r>
              <a:rPr lang="ru-RU" dirty="0"/>
              <a:t> для мониторинга курсов валют, анализа динамики и быстрой конвертации. </a:t>
            </a:r>
            <a:r>
              <a:rPr lang="ru-RU" i="1" dirty="0"/>
              <a:t>(Шрифт крупный, не менее 22 кегля)</a:t>
            </a:r>
            <a:r>
              <a:rPr lang="ru-RU" dirty="0"/>
              <a:t>.</a:t>
            </a:r>
          </a:p>
          <a:p>
            <a:r>
              <a:rPr lang="ru-RU" b="1" dirty="0"/>
              <a:t>Задачи:</a:t>
            </a:r>
            <a:r>
              <a:rPr lang="ru-RU" dirty="0"/>
              <a:t> 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Анализ предметной области. 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2. Проектирование (UML). 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3. Разработка UI (</a:t>
            </a:r>
            <a:r>
              <a:rPr lang="ru-RU" dirty="0" err="1"/>
              <a:t>Glassmorphism</a:t>
            </a:r>
            <a:r>
              <a:rPr lang="ru-RU" dirty="0"/>
              <a:t>). 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4. Программная реализация (API ЦБ + локальная БД). 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5. Тестирование.</a:t>
            </a:r>
          </a:p>
          <a:p>
            <a:endParaRPr lang="ru-RU" dirty="0"/>
          </a:p>
        </p:txBody>
      </p:sp>
      <p:pic>
        <p:nvPicPr>
          <p:cNvPr id="2050" name="Picture 2" descr="клипарт человечек думает 38 фото">
            <a:extLst>
              <a:ext uri="{FF2B5EF4-FFF2-40B4-BE49-F238E27FC236}">
                <a16:creationId xmlns:a16="http://schemas.microsoft.com/office/drawing/2014/main" id="{E2368D84-E3BA-78A2-2451-1EDF0B337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840" y="3841686"/>
            <a:ext cx="1554480" cy="259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164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22D12-DBBF-1D00-B21E-FC655C75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864" y="0"/>
            <a:ext cx="7510272" cy="946721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Архитектура и стек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0EB471-93DC-ACA4-2A06-ABE00E7B2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ru-RU" dirty="0"/>
              <a:t>Графическая схема архитектуры </a:t>
            </a:r>
            <a:r>
              <a:rPr lang="en-US" dirty="0"/>
              <a:t>MVVM (Model - View - </a:t>
            </a:r>
            <a:r>
              <a:rPr lang="en-US" dirty="0" err="1"/>
              <a:t>ViewModel</a:t>
            </a:r>
            <a:r>
              <a:rPr lang="en-US" dirty="0"/>
              <a:t>) </a:t>
            </a:r>
            <a:r>
              <a:rPr lang="ru-RU" dirty="0"/>
              <a:t>или просто логотипы технологий со стрелками.</a:t>
            </a:r>
          </a:p>
          <a:p>
            <a:r>
              <a:rPr lang="ru-RU" dirty="0"/>
              <a:t>Текстом: Язык — </a:t>
            </a:r>
            <a:r>
              <a:rPr lang="en-US" dirty="0"/>
              <a:t>Kotlin, </a:t>
            </a:r>
            <a:r>
              <a:rPr lang="ru-RU" dirty="0"/>
              <a:t>Сеть — </a:t>
            </a:r>
            <a:r>
              <a:rPr lang="en-US" dirty="0"/>
              <a:t>Retrofit (API </a:t>
            </a:r>
            <a:r>
              <a:rPr lang="ru-RU" dirty="0"/>
              <a:t>ЦБ РФ), База данных — </a:t>
            </a:r>
            <a:r>
              <a:rPr lang="en-US" dirty="0"/>
              <a:t>Room, </a:t>
            </a:r>
            <a:r>
              <a:rPr lang="ru-RU" dirty="0"/>
              <a:t>Асинхронность — </a:t>
            </a:r>
            <a:r>
              <a:rPr lang="en-US" dirty="0"/>
              <a:t>Coroutines, </a:t>
            </a:r>
            <a:r>
              <a:rPr lang="ru-RU" dirty="0"/>
              <a:t>Графики — </a:t>
            </a:r>
            <a:r>
              <a:rPr lang="en-US" dirty="0" err="1"/>
              <a:t>MPAndroidChart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3074" name="Picture 2" descr="Что это за профессия - программист? | Работа, карьера, бизнес |  ШколаЖизни.ру">
            <a:extLst>
              <a:ext uri="{FF2B5EF4-FFF2-40B4-BE49-F238E27FC236}">
                <a16:creationId xmlns:a16="http://schemas.microsoft.com/office/drawing/2014/main" id="{D5D279B8-00E4-5755-B595-C69577769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958" y="4728369"/>
            <a:ext cx="4825682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Как стать программистом и много ли можно зарабатывать? Выясняем с  программистами Дирекции ИТ">
            <a:extLst>
              <a:ext uri="{FF2B5EF4-FFF2-40B4-BE49-F238E27FC236}">
                <a16:creationId xmlns:a16="http://schemas.microsoft.com/office/drawing/2014/main" id="{AD7C9752-752A-D05B-BCCE-4EFAB2167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27" y="3505200"/>
            <a:ext cx="5313873" cy="2975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469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14:shred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Мем «Гарольд, скрывающий боль» случайно стал иллюстрацией для рекламы  вакцины от коронавируса | AdIndex Asia">
            <a:extLst>
              <a:ext uri="{FF2B5EF4-FFF2-40B4-BE49-F238E27FC236}">
                <a16:creationId xmlns:a16="http://schemas.microsoft.com/office/drawing/2014/main" id="{4933C683-F1BC-7FBD-8338-E44C2EA69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0080" y="1"/>
            <a:ext cx="13257491" cy="697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1444CA-5462-F1ED-FE64-B6E0189A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695"/>
            <a:ext cx="10515600" cy="868713"/>
          </a:xfrm>
        </p:spPr>
        <p:txBody>
          <a:bodyPr/>
          <a:lstStyle/>
          <a:p>
            <a:pPr algn="ctr"/>
            <a:r>
              <a:rPr lang="ru-RU" b="1" dirty="0"/>
              <a:t>Практическая значимость и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F78E4B-6ACF-D570-692C-F3C2BC411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265"/>
            <a:ext cx="10515600" cy="3038983"/>
          </a:xfrm>
        </p:spPr>
        <p:txBody>
          <a:bodyPr/>
          <a:lstStyle/>
          <a:p>
            <a:r>
              <a:rPr lang="ru-RU" b="1" dirty="0"/>
              <a:t>Создан готовый к эксплуатации продукт (MVP).</a:t>
            </a:r>
          </a:p>
          <a:p>
            <a:r>
              <a:rPr lang="ru-RU" b="1" dirty="0"/>
              <a:t>Абсолютно бесплатно</a:t>
            </a:r>
            <a:r>
              <a:rPr lang="ru-RU" dirty="0"/>
              <a:t>, без рекламы и подписок.</a:t>
            </a:r>
          </a:p>
          <a:p>
            <a:r>
              <a:rPr lang="ru-RU" b="1" dirty="0"/>
              <a:t>Автономная работа</a:t>
            </a:r>
            <a:r>
              <a:rPr lang="ru-RU" dirty="0"/>
              <a:t>: использование кэша (БД </a:t>
            </a:r>
            <a:r>
              <a:rPr lang="ru-RU" dirty="0" err="1"/>
              <a:t>Room</a:t>
            </a:r>
            <a:r>
              <a:rPr lang="ru-RU" dirty="0"/>
              <a:t>) при отсутствии интернета.</a:t>
            </a:r>
          </a:p>
          <a:p>
            <a:r>
              <a:rPr lang="ru-RU" b="1" dirty="0"/>
              <a:t>Высокая производительность </a:t>
            </a:r>
            <a:r>
              <a:rPr lang="ru-RU" dirty="0"/>
              <a:t>(отклик менее 200 мс).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7095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9FD6DF-D679-871F-3345-2623501F0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9524" y="118238"/>
            <a:ext cx="6092952" cy="768058"/>
          </a:xfrm>
        </p:spPr>
        <p:txBody>
          <a:bodyPr/>
          <a:lstStyle/>
          <a:p>
            <a:pPr algn="ctr"/>
            <a:r>
              <a:rPr lang="ru-RU" b="1"/>
              <a:t>Спасибо за внимание!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BBE248-6211-8C6E-A1F8-605D087EA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4328" y="1276985"/>
            <a:ext cx="6943344" cy="2691511"/>
          </a:xfrm>
        </p:spPr>
        <p:txBody>
          <a:bodyPr/>
          <a:lstStyle/>
          <a:p>
            <a:r>
              <a:rPr lang="ru-RU" dirty="0"/>
              <a:t>Щас я выдам вам прототип. Вы пока что переходите на </a:t>
            </a:r>
            <a:r>
              <a:rPr lang="en-US" dirty="0" err="1"/>
              <a:t>qr</a:t>
            </a:r>
            <a:r>
              <a:rPr lang="en-US" dirty="0"/>
              <a:t>-code </a:t>
            </a:r>
            <a:r>
              <a:rPr lang="ru-RU" dirty="0"/>
              <a:t>и смотрите код.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32C09B-DFB1-C2AF-1A59-895A8A72C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412" y="2430103"/>
            <a:ext cx="9065176" cy="3858163"/>
          </a:xfrm>
          <a:prstGeom prst="rect">
            <a:avLst/>
          </a:prstGeom>
        </p:spPr>
      </p:pic>
      <p:pic>
        <p:nvPicPr>
          <p:cNvPr id="5122" name="Picture 2" descr="Красивый молодой человек радуется успеху камеры PNG , коричневые волосы,  счастливый, кавказец PNG рисунок для бесплатной загрузки">
            <a:extLst>
              <a:ext uri="{FF2B5EF4-FFF2-40B4-BE49-F238E27FC236}">
                <a16:creationId xmlns:a16="http://schemas.microsoft.com/office/drawing/2014/main" id="{96EE1CB4-6ADC-1057-C528-0564276E1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960" y="5114925"/>
            <a:ext cx="2728087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Счастливый человек радуется, показывает кредитную карту и кричит от радости  и волнения, празднует победу, стоя на белом фоне | Премиум фото">
            <a:extLst>
              <a:ext uri="{FF2B5EF4-FFF2-40B4-BE49-F238E27FC236}">
                <a16:creationId xmlns:a16="http://schemas.microsoft.com/office/drawing/2014/main" id="{7CEF692D-7C1F-1421-B0E1-7C28B07CC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" y="5114924"/>
            <a:ext cx="2728087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766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258</Words>
  <Application>Microsoft Office PowerPoint</Application>
  <PresentationFormat>Широкоэкранный</PresentationFormat>
  <Paragraphs>27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Inter</vt:lpstr>
      <vt:lpstr>Тема Office</vt:lpstr>
      <vt:lpstr>Курсовая работа</vt:lpstr>
      <vt:lpstr>Актуальность, объект и предмет исследования </vt:lpstr>
      <vt:lpstr>Цель и задачи</vt:lpstr>
      <vt:lpstr>Архитектура и стек технологий</vt:lpstr>
      <vt:lpstr>Практическая значимость и результаты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Даниил Меньшиков</dc:creator>
  <cp:lastModifiedBy>Даниил Меньшиков</cp:lastModifiedBy>
  <cp:revision>2</cp:revision>
  <dcterms:created xsi:type="dcterms:W3CDTF">2026-04-08T17:37:34Z</dcterms:created>
  <dcterms:modified xsi:type="dcterms:W3CDTF">2026-04-08T19:08:54Z</dcterms:modified>
</cp:coreProperties>
</file>